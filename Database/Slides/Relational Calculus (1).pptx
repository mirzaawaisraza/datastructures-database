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9" r:id="rId3"/>
    <p:sldId id="270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1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57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1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04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962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1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5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12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0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02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5B489-0ADB-4BFF-8039-A0C87C27EEE6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CC6EA-9599-40C7-9B3E-443FCD6B6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90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player.slideplayer.com/96/16574873/slides/slide_38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33"/>
          <a:stretch/>
        </p:blipFill>
        <p:spPr bwMode="auto">
          <a:xfrm>
            <a:off x="594360" y="962437"/>
            <a:ext cx="9822942" cy="336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13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Relational calculus is considered to be a </a:t>
            </a:r>
            <a:r>
              <a:rPr lang="en-US" sz="4000" b="1" dirty="0"/>
              <a:t>nonprocedural</a:t>
            </a:r>
            <a:r>
              <a:rPr lang="en-US" sz="4000" dirty="0"/>
              <a:t> language. </a:t>
            </a:r>
          </a:p>
          <a:p>
            <a:r>
              <a:rPr lang="en-US" sz="4000" dirty="0"/>
              <a:t>This differs from relational algebra, where we must write a </a:t>
            </a:r>
            <a:r>
              <a:rPr lang="en-US" sz="4000" i="1" dirty="0"/>
              <a:t>sequence of operations</a:t>
            </a:r>
            <a:r>
              <a:rPr lang="en-US" sz="4000" dirty="0"/>
              <a:t> to specify a retrieval request; hence relational algebra can be considered as a </a:t>
            </a:r>
            <a:r>
              <a:rPr lang="en-US" sz="4000" b="1" dirty="0"/>
              <a:t>procedural</a:t>
            </a:r>
            <a:r>
              <a:rPr lang="en-US" sz="4000" dirty="0"/>
              <a:t> way of stating a query.</a:t>
            </a:r>
          </a:p>
        </p:txBody>
      </p:sp>
    </p:spTree>
    <p:extLst>
      <p:ext uri="{BB962C8B-B14F-4D97-AF65-F5344CB8AC3E}">
        <p14:creationId xmlns:p14="http://schemas.microsoft.com/office/powerpoint/2010/main" val="251189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ttps://player.slideplayer.com/96/16574873/slides/slide_39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34" b="13260"/>
          <a:stretch/>
        </p:blipFill>
        <p:spPr bwMode="auto">
          <a:xfrm>
            <a:off x="1445193" y="2328672"/>
            <a:ext cx="836007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45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player.slideplayer.com/96/16574873/slides/slide_40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6"/>
          <a:stretch/>
        </p:blipFill>
        <p:spPr bwMode="auto">
          <a:xfrm>
            <a:off x="1194816" y="1892077"/>
            <a:ext cx="6961632" cy="4757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0369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ttps://player.slideplayer.com/96/16574873/slides/slide_41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42" b="25066"/>
          <a:stretch/>
        </p:blipFill>
        <p:spPr bwMode="auto">
          <a:xfrm>
            <a:off x="1194816" y="2013997"/>
            <a:ext cx="7632192" cy="4348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87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https://player.slideplayer.com/96/16574873/slides/slide_42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941"/>
          <a:stretch/>
        </p:blipFill>
        <p:spPr bwMode="auto">
          <a:xfrm>
            <a:off x="1133856" y="1916462"/>
            <a:ext cx="7451490" cy="4362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140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https://player.slideplayer.com/96/16574873/slides/slide_43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163"/>
          <a:stretch/>
        </p:blipFill>
        <p:spPr bwMode="auto">
          <a:xfrm>
            <a:off x="1304543" y="1818926"/>
            <a:ext cx="7476971" cy="4533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7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https://player.slideplayer.com/96/16574873/slides/slide_4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91"/>
          <a:stretch/>
        </p:blipFill>
        <p:spPr bwMode="auto">
          <a:xfrm>
            <a:off x="740791" y="365125"/>
            <a:ext cx="9753600" cy="577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4038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ttps://player.slideplayer.com/96/16574873/slides/slide_46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71"/>
          <a:stretch/>
        </p:blipFill>
        <p:spPr bwMode="auto">
          <a:xfrm>
            <a:off x="1414272" y="1867694"/>
            <a:ext cx="7205472" cy="476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288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ttps://player.slideplayer.com/96/16574873/slides/slide_47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83"/>
          <a:stretch/>
        </p:blipFill>
        <p:spPr bwMode="auto">
          <a:xfrm>
            <a:off x="838200" y="365125"/>
            <a:ext cx="9753600" cy="610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25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https://player.slideplayer.com/96/16574873/slides/slide_50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91"/>
          <a:stretch/>
        </p:blipFill>
        <p:spPr bwMode="auto">
          <a:xfrm>
            <a:off x="1414272" y="1818926"/>
            <a:ext cx="7071360" cy="4471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177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https://player.slideplayer.com/96/16574873/slides/slide_51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30"/>
          <a:stretch/>
        </p:blipFill>
        <p:spPr bwMode="auto">
          <a:xfrm>
            <a:off x="1414272" y="1843310"/>
            <a:ext cx="8582960" cy="413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5683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https://player.slideplayer.com/96/16574873/slides/slide_52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982"/>
          <a:stretch/>
        </p:blipFill>
        <p:spPr bwMode="auto">
          <a:xfrm>
            <a:off x="1536192" y="1831118"/>
            <a:ext cx="7778496" cy="449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48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45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Tariq</dc:creator>
  <cp:lastModifiedBy>Tariq</cp:lastModifiedBy>
  <cp:revision>32</cp:revision>
  <dcterms:created xsi:type="dcterms:W3CDTF">2022-10-05T10:53:51Z</dcterms:created>
  <dcterms:modified xsi:type="dcterms:W3CDTF">2022-10-06T04:46:15Z</dcterms:modified>
</cp:coreProperties>
</file>